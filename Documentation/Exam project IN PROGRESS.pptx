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36B4-B838-B157-021B-AEAC6ADAF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46365-5AF1-53B5-0B3E-D44465FA8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DB15-DFC2-2D88-BE0F-4240D2470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B10B8-4F7E-DFE6-C79C-6B3DEAE07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88C7-5A78-5690-54D0-34EAAFDD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803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94AF-3CE7-C51F-7860-180ACC7B6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B976-2B1D-B6FE-DE6E-95C579283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8B2A0-78E5-8A6C-63D3-B96DE6D1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F9492-FE91-5EE1-B459-68B6D841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65A34-F1FA-F72B-9511-E92B328A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9232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3CCD-09CA-75A5-6FBB-465DC23B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B8983-8A13-FCC6-DAC5-F38E5D55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818D0-C0BB-CDC8-E732-B9D7D181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89F20-EB11-BDF7-F824-367E451F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79C33-9B4F-8BAE-412C-FCF32B08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00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1B32-8C85-477D-DB2C-A41590D89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07AA-CD55-977F-F6E5-F14931483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039B4-B716-67E0-A8BC-94D6542B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9DC37-1EE5-0350-7497-9B865BA1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63DAE-6100-3E08-A3E9-B5AB496F7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9FE36-F741-6D9B-CCFB-CD8728E4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3039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216EF-6108-0FE7-3C6A-56EFDD47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6F4E4-A54D-D32B-1789-01BF87FE7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DEFB2-46D0-C755-5320-0EC2795F7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AAC65F-D838-09BE-982B-8E59524E9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C3D84-EA2E-0880-E8BD-469959DC56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7BE18B-03BE-679D-A494-5CF484A7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2F54D-FF3C-CE69-3216-40CB0BE3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B0AD0-32B0-A0DD-E297-A0B118EC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9686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341E-7921-0A01-BDA2-8B0C7341E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D04DC-C9EF-105D-E530-B9539F40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139CD-36FC-0D43-2CA0-8D342FF58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646B6-3A86-A02B-DE67-5D56F4B2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4495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0ACDA-4D67-64A8-3E74-17FAE36F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516E2C-5919-0C97-9DF4-3F0F34337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EC254-9AA1-E966-3047-1A1BBB86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828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50D3-2CF2-5A98-8CF6-70044D1F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E829D-93E1-9EF0-7806-CF26E18B1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8755A-0772-D9AD-DA9F-55803AFD9A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E3B4F-A0AC-93B1-4738-BC99AB5E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3F668E-C58B-B3F6-1598-D85AABF7E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8DBBA-5E5C-DE98-3D09-39B53450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560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4E6B-6467-E3B4-59C8-494FE3F63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7BFED5-88B2-25B8-BA69-ED84C63B70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67ECF-85BE-C8D4-8876-F496DDBF9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77696-5395-57E9-B596-478A0BDD1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14D0B-875B-3FC3-C09D-84D6800D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B738-420F-898B-FD47-3157B4CF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5436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7054-94DF-1A1E-9DBC-64A152B7B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1FD23-CD92-119A-5C72-C7E07B75D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8955C-5A0E-B5B1-50A6-C8D3A9E5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0611D-7F9E-C7BD-4956-D3F3E3AF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9E65D-0F84-EA42-58C4-51731E2B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139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DA2DC5-1A20-EFB1-8D82-29ED3498D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7789B-7B1E-8EE2-A35A-7BD41F00D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C1003-95F7-C351-3E6D-9825A4E0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C3B56-AAEC-1AE0-6697-4DCEF6E2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6F240-D401-5F76-CA37-9C404B33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209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3B3BD-15DA-C530-0CCD-95AFA436C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494EE-311B-A3D5-D504-D2142E37B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13057-1DB6-9D62-130C-6BB76EBBB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F79988-510E-4CE6-A785-C50987B0B890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22706-7806-33A0-B0D3-9D4427C26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09D73-98DC-647C-AE65-D9497C8A78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D20A6-EFF9-45FE-9BD7-80D53768DCA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144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11323-74E4-8A0D-241E-734A96E8F3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Exam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AA459-D4A8-8F33-42E3-50EC55BD8D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Group members: Ali, Szabolcs, Alex</a:t>
            </a:r>
          </a:p>
        </p:txBody>
      </p:sp>
    </p:spTree>
    <p:extLst>
      <p:ext uri="{BB962C8B-B14F-4D97-AF65-F5344CB8AC3E}">
        <p14:creationId xmlns:p14="http://schemas.microsoft.com/office/powerpoint/2010/main" val="1851037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2F8C-5D10-1038-19A2-8B31ECAAA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website (multiple pages)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5088B-B9B7-B26C-D3FB-716D07E6E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842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339A5-6982-F568-F510-AE912B795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BBD698-4FB9-DD26-8300-6E21388B5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07337"/>
            <a:ext cx="87581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0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9F548-0B5D-3ABC-9657-286A1D841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Login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93AE29-CF4B-58FF-3951-61F2106CF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7256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1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388A-DB60-0D1C-6C84-1547CC40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Register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7DE41B-F358-1AD1-9B9F-66FA1809A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8615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6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9F33-70D8-ACBC-133B-06C5E6443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Budget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239EC3-42B6-3FAB-67CE-AF5BE0092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8084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701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43F57-0CE0-A719-6AA1-BEF8ED80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To-do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8147B-83FF-2DC0-B559-18DBB6F1CB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7349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1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3C24B-F1A3-0825-CD0D-C40FCCC6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Chat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DAAFC-CFD3-AC95-1A35-5F37D0E94C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78000"/>
            <a:ext cx="88370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528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EA180-7C31-E31D-BF94-CDD196BD0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Lougout screen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B877BB-F4AC-5A20-9415-29D6303A6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2028" y="1758950"/>
            <a:ext cx="8827794" cy="4351338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69107EE-02B2-0201-A5B5-9778456F4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8950"/>
            <a:ext cx="88277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80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B224-7F64-FA3A-BE0A-16054BA0F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A288-012E-B1D2-70FC-46088295D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code followed the principles of clean code</a:t>
            </a:r>
            <a:endParaRPr lang="hu-HU" dirty="0"/>
          </a:p>
          <a:p>
            <a:r>
              <a:rPr lang="hu-HU" dirty="0"/>
              <a:t>We unfortunately didnt include Laravel in our codebase</a:t>
            </a:r>
          </a:p>
          <a:p>
            <a:r>
              <a:rPr lang="hu-HU" dirty="0"/>
              <a:t>We took out the emojis after the screenshots due to it resembling  AI generated conent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3330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63</Words>
  <Application>Microsoft Office PowerPoint</Application>
  <PresentationFormat>Widescreen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Exam project</vt:lpstr>
      <vt:lpstr>The website (multiple pages)</vt:lpstr>
      <vt:lpstr>Main page</vt:lpstr>
      <vt:lpstr>Login page</vt:lpstr>
      <vt:lpstr>Register page</vt:lpstr>
      <vt:lpstr>Budget page</vt:lpstr>
      <vt:lpstr>To-do page</vt:lpstr>
      <vt:lpstr>Chat page</vt:lpstr>
      <vt:lpstr>Lougout screen</vt:lpstr>
      <vt:lpstr>Our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Tukarcs</dc:creator>
  <cp:lastModifiedBy>Alex Tukarcs</cp:lastModifiedBy>
  <cp:revision>1</cp:revision>
  <dcterms:created xsi:type="dcterms:W3CDTF">2026-04-28T19:48:34Z</dcterms:created>
  <dcterms:modified xsi:type="dcterms:W3CDTF">2026-04-28T21:28:25Z</dcterms:modified>
</cp:coreProperties>
</file>